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7866B7-8D7A-9A4A-A76D-D51BE001403B}" v="29" dt="2025-03-06T18:37:41.7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6512"/>
  </p:normalViewPr>
  <p:slideViewPr>
    <p:cSldViewPr snapToGrid="0">
      <p:cViewPr varScale="1">
        <p:scale>
          <a:sx n="92" d="100"/>
          <a:sy n="92" d="100"/>
        </p:scale>
        <p:origin x="27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rtwood, Nicole Anne" userId="77c21839-1b05-494c-87f1-350bb9c0dce4" providerId="ADAL" clId="{1C7866B7-8D7A-9A4A-A76D-D51BE001403B}"/>
    <pc:docChg chg="undo custSel modSld">
      <pc:chgData name="Swartwood, Nicole Anne" userId="77c21839-1b05-494c-87f1-350bb9c0dce4" providerId="ADAL" clId="{1C7866B7-8D7A-9A4A-A76D-D51BE001403B}" dt="2025-03-06T18:38:51.009" v="56" actId="20577"/>
      <pc:docMkLst>
        <pc:docMk/>
      </pc:docMkLst>
      <pc:sldChg chg="addSp delSp modSp mod">
        <pc:chgData name="Swartwood, Nicole Anne" userId="77c21839-1b05-494c-87f1-350bb9c0dce4" providerId="ADAL" clId="{1C7866B7-8D7A-9A4A-A76D-D51BE001403B}" dt="2025-03-06T18:38:51.009" v="56" actId="20577"/>
        <pc:sldMkLst>
          <pc:docMk/>
          <pc:sldMk cId="2090128878" sldId="256"/>
        </pc:sldMkLst>
        <pc:spChg chg="add mod">
          <ac:chgData name="Swartwood, Nicole Anne" userId="77c21839-1b05-494c-87f1-350bb9c0dce4" providerId="ADAL" clId="{1C7866B7-8D7A-9A4A-A76D-D51BE001403B}" dt="2025-03-06T18:37:18.692" v="9"/>
          <ac:spMkLst>
            <pc:docMk/>
            <pc:sldMk cId="2090128878" sldId="256"/>
            <ac:spMk id="9" creationId="{30EF493D-C4D8-39D3-2BEB-5FC20259775A}"/>
          </ac:spMkLst>
        </pc:spChg>
        <pc:spChg chg="add del">
          <ac:chgData name="Swartwood, Nicole Anne" userId="77c21839-1b05-494c-87f1-350bb9c0dce4" providerId="ADAL" clId="{1C7866B7-8D7A-9A4A-A76D-D51BE001403B}" dt="2025-03-06T18:37:33.269" v="14" actId="478"/>
          <ac:spMkLst>
            <pc:docMk/>
            <pc:sldMk cId="2090128878" sldId="256"/>
            <ac:spMk id="11" creationId="{5F74BE39-2D01-5829-F11E-26CD6886D320}"/>
          </ac:spMkLst>
        </pc:spChg>
        <pc:spChg chg="add mod">
          <ac:chgData name="Swartwood, Nicole Anne" userId="77c21839-1b05-494c-87f1-350bb9c0dce4" providerId="ADAL" clId="{1C7866B7-8D7A-9A4A-A76D-D51BE001403B}" dt="2025-03-06T18:37:18.692" v="9"/>
          <ac:spMkLst>
            <pc:docMk/>
            <pc:sldMk cId="2090128878" sldId="256"/>
            <ac:spMk id="13" creationId="{0ADEDDBC-1344-F227-BAFA-3EE45B7BD1B6}"/>
          </ac:spMkLst>
        </pc:spChg>
        <pc:spChg chg="add mod">
          <ac:chgData name="Swartwood, Nicole Anne" userId="77c21839-1b05-494c-87f1-350bb9c0dce4" providerId="ADAL" clId="{1C7866B7-8D7A-9A4A-A76D-D51BE001403B}" dt="2025-03-06T18:37:18.692" v="9"/>
          <ac:spMkLst>
            <pc:docMk/>
            <pc:sldMk cId="2090128878" sldId="256"/>
            <ac:spMk id="14" creationId="{537B58CF-3798-3E8E-C5F1-7A28D1FD6463}"/>
          </ac:spMkLst>
        </pc:spChg>
        <pc:spChg chg="add del">
          <ac:chgData name="Swartwood, Nicole Anne" userId="77c21839-1b05-494c-87f1-350bb9c0dce4" providerId="ADAL" clId="{1C7866B7-8D7A-9A4A-A76D-D51BE001403B}" dt="2025-03-06T18:37:33.269" v="14" actId="478"/>
          <ac:spMkLst>
            <pc:docMk/>
            <pc:sldMk cId="2090128878" sldId="256"/>
            <ac:spMk id="22" creationId="{5F2432FB-DD3A-9498-9A2D-83A5D808CBBD}"/>
          </ac:spMkLst>
        </pc:spChg>
        <pc:spChg chg="add mod">
          <ac:chgData name="Swartwood, Nicole Anne" userId="77c21839-1b05-494c-87f1-350bb9c0dce4" providerId="ADAL" clId="{1C7866B7-8D7A-9A4A-A76D-D51BE001403B}" dt="2025-03-06T18:37:18.692" v="9"/>
          <ac:spMkLst>
            <pc:docMk/>
            <pc:sldMk cId="2090128878" sldId="256"/>
            <ac:spMk id="23" creationId="{BDE2A505-7D25-97F2-3175-1A42C30AB705}"/>
          </ac:spMkLst>
        </pc:spChg>
        <pc:spChg chg="add del">
          <ac:chgData name="Swartwood, Nicole Anne" userId="77c21839-1b05-494c-87f1-350bb9c0dce4" providerId="ADAL" clId="{1C7866B7-8D7A-9A4A-A76D-D51BE001403B}" dt="2025-03-06T18:37:33.269" v="14" actId="478"/>
          <ac:spMkLst>
            <pc:docMk/>
            <pc:sldMk cId="2090128878" sldId="256"/>
            <ac:spMk id="26" creationId="{0A95F4D6-CBBC-6160-AF2F-797A27C57867}"/>
          </ac:spMkLst>
        </pc:spChg>
        <pc:spChg chg="add mod">
          <ac:chgData name="Swartwood, Nicole Anne" userId="77c21839-1b05-494c-87f1-350bb9c0dce4" providerId="ADAL" clId="{1C7866B7-8D7A-9A4A-A76D-D51BE001403B}" dt="2025-03-06T18:37:18.692" v="9"/>
          <ac:spMkLst>
            <pc:docMk/>
            <pc:sldMk cId="2090128878" sldId="256"/>
            <ac:spMk id="32" creationId="{E7B2E849-701C-7EC4-DBEA-B82D8FB8A52C}"/>
          </ac:spMkLst>
        </pc:spChg>
        <pc:spChg chg="add del mod">
          <ac:chgData name="Swartwood, Nicole Anne" userId="77c21839-1b05-494c-87f1-350bb9c0dce4" providerId="ADAL" clId="{1C7866B7-8D7A-9A4A-A76D-D51BE001403B}" dt="2025-03-06T18:37:33.269" v="14" actId="478"/>
          <ac:spMkLst>
            <pc:docMk/>
            <pc:sldMk cId="2090128878" sldId="256"/>
            <ac:spMk id="34" creationId="{20D46127-2AA5-C3A9-C781-EF0EDC0D12D0}"/>
          </ac:spMkLst>
        </pc:spChg>
        <pc:spChg chg="add del mod">
          <ac:chgData name="Swartwood, Nicole Anne" userId="77c21839-1b05-494c-87f1-350bb9c0dce4" providerId="ADAL" clId="{1C7866B7-8D7A-9A4A-A76D-D51BE001403B}" dt="2025-03-06T18:37:33.269" v="14" actId="478"/>
          <ac:spMkLst>
            <pc:docMk/>
            <pc:sldMk cId="2090128878" sldId="256"/>
            <ac:spMk id="35" creationId="{565AECE8-D541-0EBC-55DB-C17ED1B8BC74}"/>
          </ac:spMkLst>
        </pc:spChg>
        <pc:spChg chg="add mod">
          <ac:chgData name="Swartwood, Nicole Anne" userId="77c21839-1b05-494c-87f1-350bb9c0dce4" providerId="ADAL" clId="{1C7866B7-8D7A-9A4A-A76D-D51BE001403B}" dt="2025-03-06T18:37:18.692" v="9"/>
          <ac:spMkLst>
            <pc:docMk/>
            <pc:sldMk cId="2090128878" sldId="256"/>
            <ac:spMk id="36" creationId="{351F7F5F-07EE-DFAA-F92E-1534CC949A14}"/>
          </ac:spMkLst>
        </pc:spChg>
        <pc:spChg chg="add mod">
          <ac:chgData name="Swartwood, Nicole Anne" userId="77c21839-1b05-494c-87f1-350bb9c0dce4" providerId="ADAL" clId="{1C7866B7-8D7A-9A4A-A76D-D51BE001403B}" dt="2025-03-06T18:37:18.692" v="9"/>
          <ac:spMkLst>
            <pc:docMk/>
            <pc:sldMk cId="2090128878" sldId="256"/>
            <ac:spMk id="44" creationId="{4C86AA12-1F83-74C6-BA2D-84FAA1896990}"/>
          </ac:spMkLst>
        </pc:spChg>
        <pc:spChg chg="add del">
          <ac:chgData name="Swartwood, Nicole Anne" userId="77c21839-1b05-494c-87f1-350bb9c0dce4" providerId="ADAL" clId="{1C7866B7-8D7A-9A4A-A76D-D51BE001403B}" dt="2025-03-06T18:37:33.269" v="14" actId="478"/>
          <ac:spMkLst>
            <pc:docMk/>
            <pc:sldMk cId="2090128878" sldId="256"/>
            <ac:spMk id="51" creationId="{3CA62B8F-2064-4FAD-D772-37AEBD110AF0}"/>
          </ac:spMkLst>
        </pc:spChg>
        <pc:spChg chg="del">
          <ac:chgData name="Swartwood, Nicole Anne" userId="77c21839-1b05-494c-87f1-350bb9c0dce4" providerId="ADAL" clId="{1C7866B7-8D7A-9A4A-A76D-D51BE001403B}" dt="2025-03-06T18:37:40.178" v="15" actId="478"/>
          <ac:spMkLst>
            <pc:docMk/>
            <pc:sldMk cId="2090128878" sldId="256"/>
            <ac:spMk id="57" creationId="{90319615-1EF3-75B0-3052-8076F8FD0443}"/>
          </ac:spMkLst>
        </pc:spChg>
        <pc:spChg chg="add del">
          <ac:chgData name="Swartwood, Nicole Anne" userId="77c21839-1b05-494c-87f1-350bb9c0dce4" providerId="ADAL" clId="{1C7866B7-8D7A-9A4A-A76D-D51BE001403B}" dt="2025-03-06T18:37:40.178" v="15" actId="478"/>
          <ac:spMkLst>
            <pc:docMk/>
            <pc:sldMk cId="2090128878" sldId="256"/>
            <ac:spMk id="63" creationId="{E158F189-24A7-FDDB-DFAF-D4E3CFF0A9D3}"/>
          </ac:spMkLst>
        </pc:spChg>
        <pc:spChg chg="del">
          <ac:chgData name="Swartwood, Nicole Anne" userId="77c21839-1b05-494c-87f1-350bb9c0dce4" providerId="ADAL" clId="{1C7866B7-8D7A-9A4A-A76D-D51BE001403B}" dt="2025-03-06T18:37:40.178" v="15" actId="478"/>
          <ac:spMkLst>
            <pc:docMk/>
            <pc:sldMk cId="2090128878" sldId="256"/>
            <ac:spMk id="70" creationId="{0673BD26-0621-107F-B7CB-F83E69FBE092}"/>
          </ac:spMkLst>
        </pc:spChg>
        <pc:spChg chg="add del mod">
          <ac:chgData name="Swartwood, Nicole Anne" userId="77c21839-1b05-494c-87f1-350bb9c0dce4" providerId="ADAL" clId="{1C7866B7-8D7A-9A4A-A76D-D51BE001403B}" dt="2025-03-06T18:37:33.269" v="14" actId="478"/>
          <ac:spMkLst>
            <pc:docMk/>
            <pc:sldMk cId="2090128878" sldId="256"/>
            <ac:spMk id="74" creationId="{013F3ED5-AA83-8EA7-3BEB-832E6B44F622}"/>
          </ac:spMkLst>
        </pc:spChg>
        <pc:spChg chg="mod">
          <ac:chgData name="Swartwood, Nicole Anne" userId="77c21839-1b05-494c-87f1-350bb9c0dce4" providerId="ADAL" clId="{1C7866B7-8D7A-9A4A-A76D-D51BE001403B}" dt="2025-03-06T18:37:00.958" v="8" actId="20577"/>
          <ac:spMkLst>
            <pc:docMk/>
            <pc:sldMk cId="2090128878" sldId="256"/>
            <ac:spMk id="75" creationId="{B19F4B75-D082-49D9-9E7B-54CEEABFF4CE}"/>
          </ac:spMkLst>
        </pc:spChg>
        <pc:spChg chg="del">
          <ac:chgData name="Swartwood, Nicole Anne" userId="77c21839-1b05-494c-87f1-350bb9c0dce4" providerId="ADAL" clId="{1C7866B7-8D7A-9A4A-A76D-D51BE001403B}" dt="2025-03-06T18:37:40.178" v="15" actId="478"/>
          <ac:spMkLst>
            <pc:docMk/>
            <pc:sldMk cId="2090128878" sldId="256"/>
            <ac:spMk id="77" creationId="{B28BF039-057F-D92E-8979-1CE85229C08B}"/>
          </ac:spMkLst>
        </pc:spChg>
        <pc:spChg chg="del">
          <ac:chgData name="Swartwood, Nicole Anne" userId="77c21839-1b05-494c-87f1-350bb9c0dce4" providerId="ADAL" clId="{1C7866B7-8D7A-9A4A-A76D-D51BE001403B}" dt="2025-03-06T18:37:40.178" v="15" actId="478"/>
          <ac:spMkLst>
            <pc:docMk/>
            <pc:sldMk cId="2090128878" sldId="256"/>
            <ac:spMk id="79" creationId="{B9E28824-70BB-79AE-F036-8BC3D64D115E}"/>
          </ac:spMkLst>
        </pc:spChg>
        <pc:spChg chg="add mod">
          <ac:chgData name="Swartwood, Nicole Anne" userId="77c21839-1b05-494c-87f1-350bb9c0dce4" providerId="ADAL" clId="{1C7866B7-8D7A-9A4A-A76D-D51BE001403B}" dt="2025-03-06T18:37:21.005" v="11"/>
          <ac:spMkLst>
            <pc:docMk/>
            <pc:sldMk cId="2090128878" sldId="256"/>
            <ac:spMk id="85" creationId="{64DF043A-A217-8443-4B1E-3B8D3A1942FC}"/>
          </ac:spMkLst>
        </pc:spChg>
        <pc:spChg chg="add del">
          <ac:chgData name="Swartwood, Nicole Anne" userId="77c21839-1b05-494c-87f1-350bb9c0dce4" providerId="ADAL" clId="{1C7866B7-8D7A-9A4A-A76D-D51BE001403B}" dt="2025-03-06T18:37:33.269" v="14" actId="478"/>
          <ac:spMkLst>
            <pc:docMk/>
            <pc:sldMk cId="2090128878" sldId="256"/>
            <ac:spMk id="89" creationId="{653E6E8E-C8EF-4F85-A187-F0EF4792FB22}"/>
          </ac:spMkLst>
        </pc:spChg>
        <pc:spChg chg="del">
          <ac:chgData name="Swartwood, Nicole Anne" userId="77c21839-1b05-494c-87f1-350bb9c0dce4" providerId="ADAL" clId="{1C7866B7-8D7A-9A4A-A76D-D51BE001403B}" dt="2025-03-06T18:37:40.178" v="15" actId="478"/>
          <ac:spMkLst>
            <pc:docMk/>
            <pc:sldMk cId="2090128878" sldId="256"/>
            <ac:spMk id="94" creationId="{7BE8D4EB-EED8-2EE4-FE24-E8B76E20DE8F}"/>
          </ac:spMkLst>
        </pc:spChg>
        <pc:spChg chg="add mod">
          <ac:chgData name="Swartwood, Nicole Anne" userId="77c21839-1b05-494c-87f1-350bb9c0dce4" providerId="ADAL" clId="{1C7866B7-8D7A-9A4A-A76D-D51BE001403B}" dt="2025-03-06T18:37:21.005" v="11"/>
          <ac:spMkLst>
            <pc:docMk/>
            <pc:sldMk cId="2090128878" sldId="256"/>
            <ac:spMk id="97" creationId="{39145E29-45BA-AB99-7D35-B4756965E614}"/>
          </ac:spMkLst>
        </pc:spChg>
        <pc:spChg chg="add mod">
          <ac:chgData name="Swartwood, Nicole Anne" userId="77c21839-1b05-494c-87f1-350bb9c0dce4" providerId="ADAL" clId="{1C7866B7-8D7A-9A4A-A76D-D51BE001403B}" dt="2025-03-06T18:37:21.005" v="11"/>
          <ac:spMkLst>
            <pc:docMk/>
            <pc:sldMk cId="2090128878" sldId="256"/>
            <ac:spMk id="101" creationId="{691ED10D-8F54-B07B-3B00-A78A679ACA57}"/>
          </ac:spMkLst>
        </pc:spChg>
        <pc:spChg chg="del">
          <ac:chgData name="Swartwood, Nicole Anne" userId="77c21839-1b05-494c-87f1-350bb9c0dce4" providerId="ADAL" clId="{1C7866B7-8D7A-9A4A-A76D-D51BE001403B}" dt="2025-03-06T18:37:40.178" v="15" actId="478"/>
          <ac:spMkLst>
            <pc:docMk/>
            <pc:sldMk cId="2090128878" sldId="256"/>
            <ac:spMk id="113" creationId="{A96B1DF3-96F8-5FCE-9BFA-26979375DF8A}"/>
          </ac:spMkLst>
        </pc:spChg>
        <pc:spChg chg="del">
          <ac:chgData name="Swartwood, Nicole Anne" userId="77c21839-1b05-494c-87f1-350bb9c0dce4" providerId="ADAL" clId="{1C7866B7-8D7A-9A4A-A76D-D51BE001403B}" dt="2025-03-06T18:37:40.178" v="15" actId="478"/>
          <ac:spMkLst>
            <pc:docMk/>
            <pc:sldMk cId="2090128878" sldId="256"/>
            <ac:spMk id="115" creationId="{D5644920-6E0E-50B1-3852-B81C19E050E8}"/>
          </ac:spMkLst>
        </pc:spChg>
        <pc:spChg chg="del">
          <ac:chgData name="Swartwood, Nicole Anne" userId="77c21839-1b05-494c-87f1-350bb9c0dce4" providerId="ADAL" clId="{1C7866B7-8D7A-9A4A-A76D-D51BE001403B}" dt="2025-03-06T18:37:40.178" v="15" actId="478"/>
          <ac:spMkLst>
            <pc:docMk/>
            <pc:sldMk cId="2090128878" sldId="256"/>
            <ac:spMk id="117" creationId="{F4DF0D9F-4CC8-1C26-6EA8-1EEF70D96A62}"/>
          </ac:spMkLst>
        </pc:spChg>
        <pc:spChg chg="add mod">
          <ac:chgData name="Swartwood, Nicole Anne" userId="77c21839-1b05-494c-87f1-350bb9c0dce4" providerId="ADAL" clId="{1C7866B7-8D7A-9A4A-A76D-D51BE001403B}" dt="2025-03-06T18:37:21.005" v="11"/>
          <ac:spMkLst>
            <pc:docMk/>
            <pc:sldMk cId="2090128878" sldId="256"/>
            <ac:spMk id="123" creationId="{F8459BFB-240F-F4CF-CB23-9529A421E127}"/>
          </ac:spMkLst>
        </pc:spChg>
        <pc:spChg chg="del">
          <ac:chgData name="Swartwood, Nicole Anne" userId="77c21839-1b05-494c-87f1-350bb9c0dce4" providerId="ADAL" clId="{1C7866B7-8D7A-9A4A-A76D-D51BE001403B}" dt="2025-03-06T18:37:40.178" v="15" actId="478"/>
          <ac:spMkLst>
            <pc:docMk/>
            <pc:sldMk cId="2090128878" sldId="256"/>
            <ac:spMk id="132" creationId="{475F4726-0489-E2A0-4C7F-B73C252A0ECA}"/>
          </ac:spMkLst>
        </pc:spChg>
        <pc:spChg chg="add mod">
          <ac:chgData name="Swartwood, Nicole Anne" userId="77c21839-1b05-494c-87f1-350bb9c0dce4" providerId="ADAL" clId="{1C7866B7-8D7A-9A4A-A76D-D51BE001403B}" dt="2025-03-06T18:37:21.005" v="11"/>
          <ac:spMkLst>
            <pc:docMk/>
            <pc:sldMk cId="2090128878" sldId="256"/>
            <ac:spMk id="134" creationId="{18608A3A-C7DF-3E1B-BF23-8D65A81E693E}"/>
          </ac:spMkLst>
        </pc:spChg>
        <pc:spChg chg="add mod">
          <ac:chgData name="Swartwood, Nicole Anne" userId="77c21839-1b05-494c-87f1-350bb9c0dce4" providerId="ADAL" clId="{1C7866B7-8D7A-9A4A-A76D-D51BE001403B}" dt="2025-03-06T18:37:21.005" v="11"/>
          <ac:spMkLst>
            <pc:docMk/>
            <pc:sldMk cId="2090128878" sldId="256"/>
            <ac:spMk id="137" creationId="{D0561F29-FD53-1F73-A7F7-0112063C1FC4}"/>
          </ac:spMkLst>
        </pc:spChg>
        <pc:spChg chg="add mod">
          <ac:chgData name="Swartwood, Nicole Anne" userId="77c21839-1b05-494c-87f1-350bb9c0dce4" providerId="ADAL" clId="{1C7866B7-8D7A-9A4A-A76D-D51BE001403B}" dt="2025-03-06T18:37:21.005" v="11"/>
          <ac:spMkLst>
            <pc:docMk/>
            <pc:sldMk cId="2090128878" sldId="256"/>
            <ac:spMk id="143" creationId="{DA1893E9-414D-44C6-C5F5-C4F53532C970}"/>
          </ac:spMkLst>
        </pc:spChg>
        <pc:spChg chg="add mod">
          <ac:chgData name="Swartwood, Nicole Anne" userId="77c21839-1b05-494c-87f1-350bb9c0dce4" providerId="ADAL" clId="{1C7866B7-8D7A-9A4A-A76D-D51BE001403B}" dt="2025-03-06T18:37:21.005" v="11"/>
          <ac:spMkLst>
            <pc:docMk/>
            <pc:sldMk cId="2090128878" sldId="256"/>
            <ac:spMk id="147" creationId="{50D8E094-6CA0-7B11-BCCE-B3B0873E3DDA}"/>
          </ac:spMkLst>
        </pc:spChg>
        <pc:spChg chg="add mod">
          <ac:chgData name="Swartwood, Nicole Anne" userId="77c21839-1b05-494c-87f1-350bb9c0dce4" providerId="ADAL" clId="{1C7866B7-8D7A-9A4A-A76D-D51BE001403B}" dt="2025-03-06T18:37:21.005" v="11"/>
          <ac:spMkLst>
            <pc:docMk/>
            <pc:sldMk cId="2090128878" sldId="256"/>
            <ac:spMk id="149" creationId="{E834237C-B890-0678-C56A-B3F799C67EF4}"/>
          </ac:spMkLst>
        </pc:spChg>
        <pc:spChg chg="add del">
          <ac:chgData name="Swartwood, Nicole Anne" userId="77c21839-1b05-494c-87f1-350bb9c0dce4" providerId="ADAL" clId="{1C7866B7-8D7A-9A4A-A76D-D51BE001403B}" dt="2025-03-06T18:37:33.269" v="14" actId="478"/>
          <ac:spMkLst>
            <pc:docMk/>
            <pc:sldMk cId="2090128878" sldId="256"/>
            <ac:spMk id="157" creationId="{C45FD1B3-472C-D163-99AB-DB3107A660A9}"/>
          </ac:spMkLst>
        </pc:spChg>
        <pc:spChg chg="add mod">
          <ac:chgData name="Swartwood, Nicole Anne" userId="77c21839-1b05-494c-87f1-350bb9c0dce4" providerId="ADAL" clId="{1C7866B7-8D7A-9A4A-A76D-D51BE001403B}" dt="2025-03-06T18:37:21.005" v="11"/>
          <ac:spMkLst>
            <pc:docMk/>
            <pc:sldMk cId="2090128878" sldId="256"/>
            <ac:spMk id="163" creationId="{69565A24-7C74-5806-FBDB-B7E385AF3337}"/>
          </ac:spMkLst>
        </pc:spChg>
        <pc:spChg chg="mod">
          <ac:chgData name="Swartwood, Nicole Anne" userId="77c21839-1b05-494c-87f1-350bb9c0dce4" providerId="ADAL" clId="{1C7866B7-8D7A-9A4A-A76D-D51BE001403B}" dt="2025-03-06T18:37:32.212" v="13" actId="20577"/>
          <ac:spMkLst>
            <pc:docMk/>
            <pc:sldMk cId="2090128878" sldId="256"/>
            <ac:spMk id="164" creationId="{439C2EFB-445F-602B-59D0-5E78639B7450}"/>
          </ac:spMkLst>
        </pc:spChg>
        <pc:spChg chg="add del">
          <ac:chgData name="Swartwood, Nicole Anne" userId="77c21839-1b05-494c-87f1-350bb9c0dce4" providerId="ADAL" clId="{1C7866B7-8D7A-9A4A-A76D-D51BE001403B}" dt="2025-03-06T18:38:12.629" v="22" actId="478"/>
          <ac:spMkLst>
            <pc:docMk/>
            <pc:sldMk cId="2090128878" sldId="256"/>
            <ac:spMk id="165" creationId="{AE0B5C53-F8CC-F5FF-44B1-86EE05392E8C}"/>
          </ac:spMkLst>
        </pc:spChg>
        <pc:spChg chg="del">
          <ac:chgData name="Swartwood, Nicole Anne" userId="77c21839-1b05-494c-87f1-350bb9c0dce4" providerId="ADAL" clId="{1C7866B7-8D7A-9A4A-A76D-D51BE001403B}" dt="2025-03-06T18:37:48.292" v="19" actId="478"/>
          <ac:spMkLst>
            <pc:docMk/>
            <pc:sldMk cId="2090128878" sldId="256"/>
            <ac:spMk id="166" creationId="{77178782-4006-F34A-DA2D-772EDE6C9F93}"/>
          </ac:spMkLst>
        </pc:spChg>
        <pc:spChg chg="add del mod">
          <ac:chgData name="Swartwood, Nicole Anne" userId="77c21839-1b05-494c-87f1-350bb9c0dce4" providerId="ADAL" clId="{1C7866B7-8D7A-9A4A-A76D-D51BE001403B}" dt="2025-03-06T18:37:46.638" v="18" actId="478"/>
          <ac:spMkLst>
            <pc:docMk/>
            <pc:sldMk cId="2090128878" sldId="256"/>
            <ac:spMk id="172" creationId="{86D38C71-677B-8633-08AE-235BACF29B43}"/>
          </ac:spMkLst>
        </pc:spChg>
        <pc:spChg chg="add del mod">
          <ac:chgData name="Swartwood, Nicole Anne" userId="77c21839-1b05-494c-87f1-350bb9c0dce4" providerId="ADAL" clId="{1C7866B7-8D7A-9A4A-A76D-D51BE001403B}" dt="2025-03-06T18:37:46.638" v="18" actId="478"/>
          <ac:spMkLst>
            <pc:docMk/>
            <pc:sldMk cId="2090128878" sldId="256"/>
            <ac:spMk id="177" creationId="{C66F09DF-4206-2B90-C25D-83D9D5414B0B}"/>
          </ac:spMkLst>
        </pc:spChg>
        <pc:spChg chg="add del mod">
          <ac:chgData name="Swartwood, Nicole Anne" userId="77c21839-1b05-494c-87f1-350bb9c0dce4" providerId="ADAL" clId="{1C7866B7-8D7A-9A4A-A76D-D51BE001403B}" dt="2025-03-06T18:37:46.638" v="18" actId="478"/>
          <ac:spMkLst>
            <pc:docMk/>
            <pc:sldMk cId="2090128878" sldId="256"/>
            <ac:spMk id="183" creationId="{E258B4CB-8F8F-F902-3B10-381466E19CD5}"/>
          </ac:spMkLst>
        </pc:spChg>
        <pc:spChg chg="add del mod">
          <ac:chgData name="Swartwood, Nicole Anne" userId="77c21839-1b05-494c-87f1-350bb9c0dce4" providerId="ADAL" clId="{1C7866B7-8D7A-9A4A-A76D-D51BE001403B}" dt="2025-03-06T18:37:46.638" v="18" actId="478"/>
          <ac:spMkLst>
            <pc:docMk/>
            <pc:sldMk cId="2090128878" sldId="256"/>
            <ac:spMk id="188" creationId="{C0852AFA-CAD9-6D48-CE57-68989423556F}"/>
          </ac:spMkLst>
        </pc:spChg>
        <pc:spChg chg="add del mod">
          <ac:chgData name="Swartwood, Nicole Anne" userId="77c21839-1b05-494c-87f1-350bb9c0dce4" providerId="ADAL" clId="{1C7866B7-8D7A-9A4A-A76D-D51BE001403B}" dt="2025-03-06T18:37:46.638" v="18" actId="478"/>
          <ac:spMkLst>
            <pc:docMk/>
            <pc:sldMk cId="2090128878" sldId="256"/>
            <ac:spMk id="195" creationId="{01D93147-AFB7-D38C-C719-6FE1B3E0AB4C}"/>
          </ac:spMkLst>
        </pc:spChg>
        <pc:spChg chg="add del mod">
          <ac:chgData name="Swartwood, Nicole Anne" userId="77c21839-1b05-494c-87f1-350bb9c0dce4" providerId="ADAL" clId="{1C7866B7-8D7A-9A4A-A76D-D51BE001403B}" dt="2025-03-06T18:37:46.638" v="18" actId="478"/>
          <ac:spMkLst>
            <pc:docMk/>
            <pc:sldMk cId="2090128878" sldId="256"/>
            <ac:spMk id="198" creationId="{5A9B446D-EAF3-26BC-760B-BB2DD449423F}"/>
          </ac:spMkLst>
        </pc:spChg>
        <pc:spChg chg="add del mod">
          <ac:chgData name="Swartwood, Nicole Anne" userId="77c21839-1b05-494c-87f1-350bb9c0dce4" providerId="ADAL" clId="{1C7866B7-8D7A-9A4A-A76D-D51BE001403B}" dt="2025-03-06T18:37:46.638" v="18" actId="478"/>
          <ac:spMkLst>
            <pc:docMk/>
            <pc:sldMk cId="2090128878" sldId="256"/>
            <ac:spMk id="201" creationId="{44FF98B8-7506-47CF-73EC-36577C708830}"/>
          </ac:spMkLst>
        </pc:spChg>
        <pc:spChg chg="add del mod">
          <ac:chgData name="Swartwood, Nicole Anne" userId="77c21839-1b05-494c-87f1-350bb9c0dce4" providerId="ADAL" clId="{1C7866B7-8D7A-9A4A-A76D-D51BE001403B}" dt="2025-03-06T18:37:46.638" v="18" actId="478"/>
          <ac:spMkLst>
            <pc:docMk/>
            <pc:sldMk cId="2090128878" sldId="256"/>
            <ac:spMk id="203" creationId="{53EA8086-EF26-1196-301E-9D1B60A6AE3F}"/>
          </ac:spMkLst>
        </pc:spChg>
        <pc:spChg chg="mod">
          <ac:chgData name="Swartwood, Nicole Anne" userId="77c21839-1b05-494c-87f1-350bb9c0dce4" providerId="ADAL" clId="{1C7866B7-8D7A-9A4A-A76D-D51BE001403B}" dt="2025-03-06T18:38:09.011" v="20" actId="20577"/>
          <ac:spMkLst>
            <pc:docMk/>
            <pc:sldMk cId="2090128878" sldId="256"/>
            <ac:spMk id="214" creationId="{1EAE101B-8317-82CA-C4E3-EEEBE93C4BF2}"/>
          </ac:spMkLst>
        </pc:spChg>
        <pc:spChg chg="mod">
          <ac:chgData name="Swartwood, Nicole Anne" userId="77c21839-1b05-494c-87f1-350bb9c0dce4" providerId="ADAL" clId="{1C7866B7-8D7A-9A4A-A76D-D51BE001403B}" dt="2025-03-06T18:38:16.412" v="24" actId="20577"/>
          <ac:spMkLst>
            <pc:docMk/>
            <pc:sldMk cId="2090128878" sldId="256"/>
            <ac:spMk id="215" creationId="{BF43B6C5-F398-E1FE-1890-DF45A9DBEE85}"/>
          </ac:spMkLst>
        </pc:spChg>
        <pc:spChg chg="mod">
          <ac:chgData name="Swartwood, Nicole Anne" userId="77c21839-1b05-494c-87f1-350bb9c0dce4" providerId="ADAL" clId="{1C7866B7-8D7A-9A4A-A76D-D51BE001403B}" dt="2025-03-06T18:38:21.345" v="27" actId="20577"/>
          <ac:spMkLst>
            <pc:docMk/>
            <pc:sldMk cId="2090128878" sldId="256"/>
            <ac:spMk id="216" creationId="{98B8F0C9-25D7-1FC4-1477-8DE972024C12}"/>
          </ac:spMkLst>
        </pc:spChg>
        <pc:spChg chg="add del mod">
          <ac:chgData name="Swartwood, Nicole Anne" userId="77c21839-1b05-494c-87f1-350bb9c0dce4" providerId="ADAL" clId="{1C7866B7-8D7A-9A4A-A76D-D51BE001403B}" dt="2025-03-06T18:38:23.897" v="29" actId="20577"/>
          <ac:spMkLst>
            <pc:docMk/>
            <pc:sldMk cId="2090128878" sldId="256"/>
            <ac:spMk id="217" creationId="{AA1FBFC9-4CD8-7AD2-24EB-E20C65648A95}"/>
          </ac:spMkLst>
        </pc:spChg>
        <pc:spChg chg="add del mod">
          <ac:chgData name="Swartwood, Nicole Anne" userId="77c21839-1b05-494c-87f1-350bb9c0dce4" providerId="ADAL" clId="{1C7866B7-8D7A-9A4A-A76D-D51BE001403B}" dt="2025-03-06T18:38:28.663" v="32" actId="20577"/>
          <ac:spMkLst>
            <pc:docMk/>
            <pc:sldMk cId="2090128878" sldId="256"/>
            <ac:spMk id="218" creationId="{630D2C6F-1838-DFA7-9EB2-1DDF8610168A}"/>
          </ac:spMkLst>
        </pc:spChg>
        <pc:spChg chg="mod">
          <ac:chgData name="Swartwood, Nicole Anne" userId="77c21839-1b05-494c-87f1-350bb9c0dce4" providerId="ADAL" clId="{1C7866B7-8D7A-9A4A-A76D-D51BE001403B}" dt="2025-03-06T18:38:26.554" v="30" actId="20577"/>
          <ac:spMkLst>
            <pc:docMk/>
            <pc:sldMk cId="2090128878" sldId="256"/>
            <ac:spMk id="219" creationId="{165000CC-319B-2AB9-DDC1-AF223E391282}"/>
          </ac:spMkLst>
        </pc:spChg>
        <pc:spChg chg="mod">
          <ac:chgData name="Swartwood, Nicole Anne" userId="77c21839-1b05-494c-87f1-350bb9c0dce4" providerId="ADAL" clId="{1C7866B7-8D7A-9A4A-A76D-D51BE001403B}" dt="2025-03-06T18:38:32.520" v="35" actId="20577"/>
          <ac:spMkLst>
            <pc:docMk/>
            <pc:sldMk cId="2090128878" sldId="256"/>
            <ac:spMk id="220" creationId="{A231678A-430F-029A-8C4A-2C92E5EE89D8}"/>
          </ac:spMkLst>
        </pc:spChg>
        <pc:spChg chg="mod">
          <ac:chgData name="Swartwood, Nicole Anne" userId="77c21839-1b05-494c-87f1-350bb9c0dce4" providerId="ADAL" clId="{1C7866B7-8D7A-9A4A-A76D-D51BE001403B}" dt="2025-03-06T18:38:51.009" v="56" actId="20577"/>
          <ac:spMkLst>
            <pc:docMk/>
            <pc:sldMk cId="2090128878" sldId="256"/>
            <ac:spMk id="221" creationId="{01847A7D-164B-B5C6-CC79-EDDD1029BBC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41E12-3080-894E-8286-9EAD400DCC7E}" type="datetimeFigureOut">
              <a:rPr lang="en-US" smtClean="0"/>
              <a:t>3/6/25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1F0BA-CE5D-8247-BCB6-950E93003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051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“Based on study definition of bact. positive”</a:t>
            </a:r>
          </a:p>
          <a:p>
            <a:r>
              <a:rPr lang="en-US" dirty="0"/>
              <a:t>46 with adjusted prevalence; only 43 with confidence intervals</a:t>
            </a:r>
          </a:p>
          <a:p>
            <a:r>
              <a:rPr lang="en-US" dirty="0"/>
              <a:t>14 with prevalence; 9 with confidence intervals</a:t>
            </a:r>
          </a:p>
          <a:p>
            <a:r>
              <a:rPr lang="en-US" dirty="0"/>
              <a:t>13 with counts of TB; 12 with participant counts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1F0BA-CE5D-8247-BCB6-950E93003C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18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79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48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26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43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50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740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973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497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37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36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E70C8-8152-AA42-B231-9775CDC57791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46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9E70C8-8152-AA42-B231-9775CDC57791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ED502-5BE2-8A4E-8FF9-CEAEDD904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36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77F39358-AEF7-91CA-9AA7-16FE9B14D9CD}"/>
              </a:ext>
            </a:extLst>
          </p:cNvPr>
          <p:cNvSpPr txBox="1"/>
          <p:nvPr/>
        </p:nvSpPr>
        <p:spPr>
          <a:xfrm>
            <a:off x="263807" y="134130"/>
            <a:ext cx="72914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Which reported estimates to use for meta-analysis of stratified prevalence?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E0B5C53-F8CC-F5FF-44B1-86EE05392E8C}"/>
              </a:ext>
            </a:extLst>
          </p:cNvPr>
          <p:cNvSpPr/>
          <p:nvPr/>
        </p:nvSpPr>
        <p:spPr>
          <a:xfrm>
            <a:off x="4880210" y="1232208"/>
            <a:ext cx="2687377" cy="84212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1EA1A1B6-3831-3AF2-4353-41DE4659938A}"/>
              </a:ext>
            </a:extLst>
          </p:cNvPr>
          <p:cNvSpPr/>
          <p:nvPr/>
        </p:nvSpPr>
        <p:spPr>
          <a:xfrm>
            <a:off x="276163" y="1640616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Are there “adjusted prevalence estimates (per 100,000)” with 95% confidence intervals?</a:t>
            </a:r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149B4A32-D6D1-6FE7-C0E2-BA0C82F4AE53}"/>
              </a:ext>
            </a:extLst>
          </p:cNvPr>
          <p:cNvSpPr/>
          <p:nvPr/>
        </p:nvSpPr>
        <p:spPr>
          <a:xfrm>
            <a:off x="2672231" y="1640616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Were these adjusted estimates “inflated due to non-use of chest </a:t>
            </a:r>
            <a:br>
              <a:rPr lang="en-US" sz="1050" dirty="0"/>
            </a:br>
            <a:r>
              <a:rPr lang="en-US" sz="1050" dirty="0"/>
              <a:t>X-ray during screening”?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5D2A8DF0-0353-F4E5-0739-F1AD1285E1BD}"/>
              </a:ext>
            </a:extLst>
          </p:cNvPr>
          <p:cNvCxnSpPr>
            <a:cxnSpLocks/>
            <a:stCxn id="167" idx="3"/>
            <a:endCxn id="168" idx="1"/>
          </p:cNvCxnSpPr>
          <p:nvPr/>
        </p:nvCxnSpPr>
        <p:spPr>
          <a:xfrm>
            <a:off x="1952563" y="2030082"/>
            <a:ext cx="7196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0368EE7E-6AA2-2C3C-6F59-D436AD5C1D1E}"/>
              </a:ext>
            </a:extLst>
          </p:cNvPr>
          <p:cNvCxnSpPr>
            <a:cxnSpLocks/>
            <a:stCxn id="167" idx="2"/>
          </p:cNvCxnSpPr>
          <p:nvPr/>
        </p:nvCxnSpPr>
        <p:spPr>
          <a:xfrm>
            <a:off x="1114363" y="2419550"/>
            <a:ext cx="0" cy="457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DEB5BC4E-53D9-7040-75B1-DBCF21B53AFD}"/>
              </a:ext>
            </a:extLst>
          </p:cNvPr>
          <p:cNvSpPr txBox="1"/>
          <p:nvPr/>
        </p:nvSpPr>
        <p:spPr>
          <a:xfrm>
            <a:off x="2087688" y="1722305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86D38C71-677B-8633-08AE-235BACF29B43}"/>
              </a:ext>
            </a:extLst>
          </p:cNvPr>
          <p:cNvSpPr txBox="1"/>
          <p:nvPr/>
        </p:nvSpPr>
        <p:spPr>
          <a:xfrm>
            <a:off x="4402405" y="1722304"/>
            <a:ext cx="44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</a:t>
            </a:r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5A455B76-2D12-DA83-AFA7-095B818514B1}"/>
              </a:ext>
            </a:extLst>
          </p:cNvPr>
          <p:cNvCxnSpPr>
            <a:cxnSpLocks/>
            <a:stCxn id="168" idx="3"/>
            <a:endCxn id="174" idx="1"/>
          </p:cNvCxnSpPr>
          <p:nvPr/>
        </p:nvCxnSpPr>
        <p:spPr>
          <a:xfrm>
            <a:off x="4348632" y="2030082"/>
            <a:ext cx="6577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ounded Rectangle 173">
            <a:extLst>
              <a:ext uri="{FF2B5EF4-FFF2-40B4-BE49-F238E27FC236}">
                <a16:creationId xmlns:a16="http://schemas.microsoft.com/office/drawing/2014/main" id="{E090EED6-FED9-6269-E62C-CC0D0D704857}"/>
              </a:ext>
            </a:extLst>
          </p:cNvPr>
          <p:cNvSpPr/>
          <p:nvPr/>
        </p:nvSpPr>
        <p:spPr>
          <a:xfrm>
            <a:off x="5006372" y="1640616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Use these “adjusted prevalence estimates (per 100,000)” with 95% confidence intervals.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381E7CE-27A8-DBCC-5F9D-350211C5C114}"/>
              </a:ext>
            </a:extLst>
          </p:cNvPr>
          <p:cNvSpPr txBox="1"/>
          <p:nvPr/>
        </p:nvSpPr>
        <p:spPr>
          <a:xfrm>
            <a:off x="1189204" y="2494259"/>
            <a:ext cx="44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2A78EA99-4994-7EE6-BAEC-A1D1F9BE3823}"/>
              </a:ext>
            </a:extLst>
          </p:cNvPr>
          <p:cNvSpPr/>
          <p:nvPr/>
        </p:nvSpPr>
        <p:spPr>
          <a:xfrm>
            <a:off x="269212" y="2919198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Are there “crude prevalence estimates (per 100,000)” with 95% confidence intervals?</a:t>
            </a:r>
          </a:p>
        </p:txBody>
      </p:sp>
      <p:sp>
        <p:nvSpPr>
          <p:cNvPr id="177" name="Rounded Rectangle 176">
            <a:extLst>
              <a:ext uri="{FF2B5EF4-FFF2-40B4-BE49-F238E27FC236}">
                <a16:creationId xmlns:a16="http://schemas.microsoft.com/office/drawing/2014/main" id="{C66F09DF-4206-2B90-C25D-83D9D5414B0B}"/>
              </a:ext>
            </a:extLst>
          </p:cNvPr>
          <p:cNvSpPr/>
          <p:nvPr/>
        </p:nvSpPr>
        <p:spPr>
          <a:xfrm>
            <a:off x="2672231" y="3124150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Were these crude estimates “inflated due to non-use of chest </a:t>
            </a:r>
            <a:br>
              <a:rPr lang="en-US" sz="1050" dirty="0"/>
            </a:br>
            <a:r>
              <a:rPr lang="en-US" sz="1050" dirty="0"/>
              <a:t>X-ray during screening”?</a:t>
            </a: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110C84D8-1292-1871-62DC-3D39FD808114}"/>
              </a:ext>
            </a:extLst>
          </p:cNvPr>
          <p:cNvCxnSpPr>
            <a:cxnSpLocks/>
            <a:endCxn id="177" idx="1"/>
          </p:cNvCxnSpPr>
          <p:nvPr/>
        </p:nvCxnSpPr>
        <p:spPr>
          <a:xfrm>
            <a:off x="1952563" y="3513616"/>
            <a:ext cx="7196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8DC19F99-44E1-6C9B-2CEC-FEE1119C104B}"/>
              </a:ext>
            </a:extLst>
          </p:cNvPr>
          <p:cNvSpPr txBox="1"/>
          <p:nvPr/>
        </p:nvSpPr>
        <p:spPr>
          <a:xfrm>
            <a:off x="2087688" y="3205839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03EE5FB4-3467-90E9-C09D-211DE48ED950}"/>
              </a:ext>
            </a:extLst>
          </p:cNvPr>
          <p:cNvSpPr txBox="1"/>
          <p:nvPr/>
        </p:nvSpPr>
        <p:spPr>
          <a:xfrm>
            <a:off x="4402405" y="3205838"/>
            <a:ext cx="44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E21C9CF-AF0F-39ED-534A-CEE1E01A99E7}"/>
              </a:ext>
            </a:extLst>
          </p:cNvPr>
          <p:cNvCxnSpPr>
            <a:cxnSpLocks/>
            <a:stCxn id="177" idx="3"/>
            <a:endCxn id="182" idx="1"/>
          </p:cNvCxnSpPr>
          <p:nvPr/>
        </p:nvCxnSpPr>
        <p:spPr>
          <a:xfrm>
            <a:off x="4348631" y="3513618"/>
            <a:ext cx="6577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Rounded Rectangle 181">
            <a:extLst>
              <a:ext uri="{FF2B5EF4-FFF2-40B4-BE49-F238E27FC236}">
                <a16:creationId xmlns:a16="http://schemas.microsoft.com/office/drawing/2014/main" id="{128C75AF-0725-71AA-77EE-ED940F4C33E5}"/>
              </a:ext>
            </a:extLst>
          </p:cNvPr>
          <p:cNvSpPr/>
          <p:nvPr/>
        </p:nvSpPr>
        <p:spPr>
          <a:xfrm>
            <a:off x="5006372" y="3124150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Use these “crude prevalence estimates (per 100,000)” with 95% confidence intervals?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E258B4CB-8F8F-F902-3B10-381466E19CD5}"/>
              </a:ext>
            </a:extLst>
          </p:cNvPr>
          <p:cNvSpPr txBox="1"/>
          <p:nvPr/>
        </p:nvSpPr>
        <p:spPr>
          <a:xfrm>
            <a:off x="4912885" y="1284427"/>
            <a:ext cx="2654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Estimates to be analyzed</a:t>
            </a: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369ACD41-0555-8CA1-606E-027B6BC4C88C}"/>
              </a:ext>
            </a:extLst>
          </p:cNvPr>
          <p:cNvCxnSpPr>
            <a:cxnSpLocks/>
            <a:stCxn id="176" idx="2"/>
          </p:cNvCxnSpPr>
          <p:nvPr/>
        </p:nvCxnSpPr>
        <p:spPr>
          <a:xfrm>
            <a:off x="1107412" y="3698131"/>
            <a:ext cx="0" cy="506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9CA70731-5D44-CB9F-8163-24BC52C47CAB}"/>
              </a:ext>
            </a:extLst>
          </p:cNvPr>
          <p:cNvSpPr txBox="1"/>
          <p:nvPr/>
        </p:nvSpPr>
        <p:spPr>
          <a:xfrm>
            <a:off x="1182253" y="3787547"/>
            <a:ext cx="44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86" name="Rounded Rectangle 185">
            <a:extLst>
              <a:ext uri="{FF2B5EF4-FFF2-40B4-BE49-F238E27FC236}">
                <a16:creationId xmlns:a16="http://schemas.microsoft.com/office/drawing/2014/main" id="{8D1A7B98-0498-EBEA-5E0F-69C7CC770D0A}"/>
              </a:ext>
            </a:extLst>
          </p:cNvPr>
          <p:cNvSpPr/>
          <p:nvPr/>
        </p:nvSpPr>
        <p:spPr>
          <a:xfrm>
            <a:off x="5017451" y="4449255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Use numerator and denominator to calculate prevalence per 100,000</a:t>
            </a:r>
          </a:p>
        </p:txBody>
      </p: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17204979-9389-A048-D932-4D0D57D36B5E}"/>
              </a:ext>
            </a:extLst>
          </p:cNvPr>
          <p:cNvCxnSpPr>
            <a:cxnSpLocks/>
            <a:stCxn id="177" idx="2"/>
          </p:cNvCxnSpPr>
          <p:nvPr/>
        </p:nvCxnSpPr>
        <p:spPr>
          <a:xfrm rot="5400000">
            <a:off x="2504772" y="3326635"/>
            <a:ext cx="429213" cy="158210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C0852AFA-CAD9-6D48-CE57-68989423556F}"/>
              </a:ext>
            </a:extLst>
          </p:cNvPr>
          <p:cNvSpPr txBox="1"/>
          <p:nvPr/>
        </p:nvSpPr>
        <p:spPr>
          <a:xfrm>
            <a:off x="3524524" y="3956770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189" name="Rounded Rectangle 188">
            <a:extLst>
              <a:ext uri="{FF2B5EF4-FFF2-40B4-BE49-F238E27FC236}">
                <a16:creationId xmlns:a16="http://schemas.microsoft.com/office/drawing/2014/main" id="{39A66D1F-9841-0489-A914-B109018C6FCB}"/>
              </a:ext>
            </a:extLst>
          </p:cNvPr>
          <p:cNvSpPr/>
          <p:nvPr/>
        </p:nvSpPr>
        <p:spPr>
          <a:xfrm>
            <a:off x="5029328" y="5739319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Use numerator or denominator with</a:t>
            </a:r>
            <a:br>
              <a:rPr lang="en-US" sz="1050" dirty="0">
                <a:solidFill>
                  <a:schemeClr val="tx1"/>
                </a:solidFill>
              </a:rPr>
            </a:br>
            <a:r>
              <a:rPr lang="en-US" sz="1050" dirty="0">
                <a:solidFill>
                  <a:schemeClr val="tx1"/>
                </a:solidFill>
              </a:rPr>
              <a:t>“adjusted prevalence estimates”</a:t>
            </a:r>
          </a:p>
        </p:txBody>
      </p:sp>
      <p:sp>
        <p:nvSpPr>
          <p:cNvPr id="190" name="Rounded Rectangle 189">
            <a:extLst>
              <a:ext uri="{FF2B5EF4-FFF2-40B4-BE49-F238E27FC236}">
                <a16:creationId xmlns:a16="http://schemas.microsoft.com/office/drawing/2014/main" id="{CCF16905-A0E6-AC7A-871E-84D3049C44B8}"/>
              </a:ext>
            </a:extLst>
          </p:cNvPr>
          <p:cNvSpPr/>
          <p:nvPr/>
        </p:nvSpPr>
        <p:spPr>
          <a:xfrm>
            <a:off x="5052011" y="8189533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Exclude from meta-analysis of this strata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807175DE-109B-E68D-7549-4F896FDEBEDC}"/>
              </a:ext>
            </a:extLst>
          </p:cNvPr>
          <p:cNvSpPr txBox="1"/>
          <p:nvPr/>
        </p:nvSpPr>
        <p:spPr>
          <a:xfrm>
            <a:off x="3512721" y="2584622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192" name="Rounded Rectangle 191">
            <a:extLst>
              <a:ext uri="{FF2B5EF4-FFF2-40B4-BE49-F238E27FC236}">
                <a16:creationId xmlns:a16="http://schemas.microsoft.com/office/drawing/2014/main" id="{A53B02FE-0E32-9ADC-8BC9-263C7E3E0F4F}"/>
              </a:ext>
            </a:extLst>
          </p:cNvPr>
          <p:cNvSpPr/>
          <p:nvPr/>
        </p:nvSpPr>
        <p:spPr>
          <a:xfrm>
            <a:off x="2683309" y="5762742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Are there also “adjusted prevalence estimates” without 95% confidence intervals?</a:t>
            </a:r>
          </a:p>
        </p:txBody>
      </p: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D5B16DDE-FB46-DD00-752E-B56500C3C13E}"/>
              </a:ext>
            </a:extLst>
          </p:cNvPr>
          <p:cNvCxnSpPr>
            <a:cxnSpLocks/>
            <a:stCxn id="192" idx="3"/>
          </p:cNvCxnSpPr>
          <p:nvPr/>
        </p:nvCxnSpPr>
        <p:spPr>
          <a:xfrm>
            <a:off x="4359710" y="6152208"/>
            <a:ext cx="6577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6C93D2D7-F3AE-D314-4D86-B037F4ECEF3F}"/>
              </a:ext>
            </a:extLst>
          </p:cNvPr>
          <p:cNvSpPr txBox="1"/>
          <p:nvPr/>
        </p:nvSpPr>
        <p:spPr>
          <a:xfrm>
            <a:off x="3524968" y="6619130"/>
            <a:ext cx="44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01D93147-AFB7-D38C-C719-6FE1B3E0AB4C}"/>
              </a:ext>
            </a:extLst>
          </p:cNvPr>
          <p:cNvSpPr txBox="1"/>
          <p:nvPr/>
        </p:nvSpPr>
        <p:spPr>
          <a:xfrm>
            <a:off x="4375403" y="5832414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7C1D8AB0-1958-56CD-CBEE-EFB2923A4B20}"/>
              </a:ext>
            </a:extLst>
          </p:cNvPr>
          <p:cNvCxnSpPr>
            <a:cxnSpLocks/>
          </p:cNvCxnSpPr>
          <p:nvPr/>
        </p:nvCxnSpPr>
        <p:spPr>
          <a:xfrm>
            <a:off x="3526779" y="6544986"/>
            <a:ext cx="0" cy="506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Rounded Rectangle 196">
            <a:extLst>
              <a:ext uri="{FF2B5EF4-FFF2-40B4-BE49-F238E27FC236}">
                <a16:creationId xmlns:a16="http://schemas.microsoft.com/office/drawing/2014/main" id="{EA6BF32A-67EF-DBE3-C1E5-D88AA574D224}"/>
              </a:ext>
            </a:extLst>
          </p:cNvPr>
          <p:cNvSpPr/>
          <p:nvPr/>
        </p:nvSpPr>
        <p:spPr>
          <a:xfrm>
            <a:off x="2693710" y="7083257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Are there also “crude prevalence estimates” without 95% confidence intervals?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5A9B446D-EAF3-26BC-760B-BB2DD449423F}"/>
              </a:ext>
            </a:extLst>
          </p:cNvPr>
          <p:cNvSpPr txBox="1"/>
          <p:nvPr/>
        </p:nvSpPr>
        <p:spPr>
          <a:xfrm>
            <a:off x="3529085" y="7968131"/>
            <a:ext cx="44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99" name="Rounded Rectangle 198">
            <a:extLst>
              <a:ext uri="{FF2B5EF4-FFF2-40B4-BE49-F238E27FC236}">
                <a16:creationId xmlns:a16="http://schemas.microsoft.com/office/drawing/2014/main" id="{77BE3B47-3584-331C-3B98-0E4084BC5C83}"/>
              </a:ext>
            </a:extLst>
          </p:cNvPr>
          <p:cNvSpPr/>
          <p:nvPr/>
        </p:nvSpPr>
        <p:spPr>
          <a:xfrm>
            <a:off x="5052011" y="7034301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Use numerator or denominator with</a:t>
            </a:r>
            <a:br>
              <a:rPr lang="en-US" sz="1050" dirty="0"/>
            </a:br>
            <a:r>
              <a:rPr lang="en-US" sz="1050" dirty="0"/>
              <a:t>“crude prevalence estimates”</a:t>
            </a:r>
            <a:endParaRPr lang="en-US" sz="1050" dirty="0">
              <a:highlight>
                <a:srgbClr val="FFFF00"/>
              </a:highlight>
            </a:endParaRP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057E33CF-108C-86F2-AF46-FB37B8BCE765}"/>
              </a:ext>
            </a:extLst>
          </p:cNvPr>
          <p:cNvCxnSpPr>
            <a:cxnSpLocks/>
          </p:cNvCxnSpPr>
          <p:nvPr/>
        </p:nvCxnSpPr>
        <p:spPr>
          <a:xfrm>
            <a:off x="4374229" y="7447190"/>
            <a:ext cx="6577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44FF98B8-7506-47CF-73EC-36577C708830}"/>
              </a:ext>
            </a:extLst>
          </p:cNvPr>
          <p:cNvSpPr txBox="1"/>
          <p:nvPr/>
        </p:nvSpPr>
        <p:spPr>
          <a:xfrm>
            <a:off x="4378144" y="7138127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sp>
        <p:nvSpPr>
          <p:cNvPr id="202" name="Rounded Rectangle 201">
            <a:extLst>
              <a:ext uri="{FF2B5EF4-FFF2-40B4-BE49-F238E27FC236}">
                <a16:creationId xmlns:a16="http://schemas.microsoft.com/office/drawing/2014/main" id="{BF0D8FFA-D171-95FF-09D5-C84BAC595A36}"/>
              </a:ext>
            </a:extLst>
          </p:cNvPr>
          <p:cNvSpPr/>
          <p:nvPr/>
        </p:nvSpPr>
        <p:spPr>
          <a:xfrm>
            <a:off x="244958" y="4235996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Are there number of cases (</a:t>
            </a:r>
            <a:r>
              <a:rPr lang="en-US" sz="1050" dirty="0">
                <a:solidFill>
                  <a:schemeClr val="tx1"/>
                </a:solidFill>
              </a:rPr>
              <a:t>numerators) or participants (denominators)?</a:t>
            </a:r>
          </a:p>
        </p:txBody>
      </p:sp>
      <p:sp>
        <p:nvSpPr>
          <p:cNvPr id="203" name="Rounded Rectangle 202">
            <a:extLst>
              <a:ext uri="{FF2B5EF4-FFF2-40B4-BE49-F238E27FC236}">
                <a16:creationId xmlns:a16="http://schemas.microsoft.com/office/drawing/2014/main" id="{53EA8086-EF26-1196-301E-9D1B60A6AE3F}"/>
              </a:ext>
            </a:extLst>
          </p:cNvPr>
          <p:cNvSpPr/>
          <p:nvPr/>
        </p:nvSpPr>
        <p:spPr>
          <a:xfrm>
            <a:off x="2672232" y="4445946"/>
            <a:ext cx="1676400" cy="778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Are there both numerators and denominators?</a:t>
            </a:r>
          </a:p>
        </p:txBody>
      </p: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ACDF58D9-9180-B5E0-54DA-3E5123FEEF4F}"/>
              </a:ext>
            </a:extLst>
          </p:cNvPr>
          <p:cNvCxnSpPr>
            <a:cxnSpLocks/>
          </p:cNvCxnSpPr>
          <p:nvPr/>
        </p:nvCxnSpPr>
        <p:spPr>
          <a:xfrm>
            <a:off x="1923988" y="4835412"/>
            <a:ext cx="7196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25B05E21-4F8C-5A8D-3F62-11ED5526C7FB}"/>
              </a:ext>
            </a:extLst>
          </p:cNvPr>
          <p:cNvSpPr txBox="1"/>
          <p:nvPr/>
        </p:nvSpPr>
        <p:spPr>
          <a:xfrm>
            <a:off x="2087689" y="4527635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58560CE1-483E-0662-E333-CD01D9687AC1}"/>
              </a:ext>
            </a:extLst>
          </p:cNvPr>
          <p:cNvCxnSpPr>
            <a:cxnSpLocks/>
            <a:stCxn id="203" idx="3"/>
          </p:cNvCxnSpPr>
          <p:nvPr/>
        </p:nvCxnSpPr>
        <p:spPr>
          <a:xfrm>
            <a:off x="4348633" y="4835412"/>
            <a:ext cx="6577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3DD2F723-BC86-140D-692D-8EFDE7414DD7}"/>
              </a:ext>
            </a:extLst>
          </p:cNvPr>
          <p:cNvSpPr txBox="1"/>
          <p:nvPr/>
        </p:nvSpPr>
        <p:spPr>
          <a:xfrm>
            <a:off x="3520197" y="5314946"/>
            <a:ext cx="44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12DF7AE9-0153-D24F-7D12-2D41B1D9C00B}"/>
              </a:ext>
            </a:extLst>
          </p:cNvPr>
          <p:cNvSpPr txBox="1"/>
          <p:nvPr/>
        </p:nvSpPr>
        <p:spPr>
          <a:xfrm>
            <a:off x="4362752" y="4526349"/>
            <a:ext cx="503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Yes</a:t>
            </a:r>
          </a:p>
        </p:txBody>
      </p: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E86E6D45-92B4-B2B1-89A8-165C34CA5AF3}"/>
              </a:ext>
            </a:extLst>
          </p:cNvPr>
          <p:cNvCxnSpPr>
            <a:cxnSpLocks/>
          </p:cNvCxnSpPr>
          <p:nvPr/>
        </p:nvCxnSpPr>
        <p:spPr>
          <a:xfrm>
            <a:off x="3515702" y="5228190"/>
            <a:ext cx="0" cy="506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Elbow Connector 209">
            <a:extLst>
              <a:ext uri="{FF2B5EF4-FFF2-40B4-BE49-F238E27FC236}">
                <a16:creationId xmlns:a16="http://schemas.microsoft.com/office/drawing/2014/main" id="{1626C79A-574F-293A-D268-0027D93CBEE3}"/>
              </a:ext>
            </a:extLst>
          </p:cNvPr>
          <p:cNvCxnSpPr>
            <a:cxnSpLocks/>
          </p:cNvCxnSpPr>
          <p:nvPr/>
        </p:nvCxnSpPr>
        <p:spPr>
          <a:xfrm>
            <a:off x="1068870" y="5055262"/>
            <a:ext cx="3948581" cy="3760076"/>
          </a:xfrm>
          <a:prstGeom prst="bentConnector3">
            <a:avLst>
              <a:gd name="adj1" fmla="val 6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Elbow Connector 210">
            <a:extLst>
              <a:ext uri="{FF2B5EF4-FFF2-40B4-BE49-F238E27FC236}">
                <a16:creationId xmlns:a16="http://schemas.microsoft.com/office/drawing/2014/main" id="{4E5CB106-FE77-E62C-D603-56723948C2E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52563" y="2437103"/>
            <a:ext cx="1545956" cy="581108"/>
          </a:xfrm>
          <a:prstGeom prst="bentConnector3">
            <a:avLst>
              <a:gd name="adj1" fmla="val -70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D6A86C90-9EF3-8C9A-BFAC-AF0398B1BC73}"/>
              </a:ext>
            </a:extLst>
          </p:cNvPr>
          <p:cNvSpPr txBox="1"/>
          <p:nvPr/>
        </p:nvSpPr>
        <p:spPr>
          <a:xfrm>
            <a:off x="97761" y="1242624"/>
            <a:ext cx="21689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Does the study report…</a:t>
            </a:r>
          </a:p>
        </p:txBody>
      </p:sp>
      <p:cxnSp>
        <p:nvCxnSpPr>
          <p:cNvPr id="213" name="Elbow Connector 212">
            <a:extLst>
              <a:ext uri="{FF2B5EF4-FFF2-40B4-BE49-F238E27FC236}">
                <a16:creationId xmlns:a16="http://schemas.microsoft.com/office/drawing/2014/main" id="{F71F9D19-CE12-3BAD-779E-E0D1BAD501AC}"/>
              </a:ext>
            </a:extLst>
          </p:cNvPr>
          <p:cNvCxnSpPr>
            <a:cxnSpLocks/>
            <a:stCxn id="197" idx="2"/>
          </p:cNvCxnSpPr>
          <p:nvPr/>
        </p:nvCxnSpPr>
        <p:spPr>
          <a:xfrm rot="16200000" flipH="1">
            <a:off x="3995804" y="7398298"/>
            <a:ext cx="569630" cy="149741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1EAE101B-8317-82CA-C4E3-EEEBE93C4BF2}"/>
              </a:ext>
            </a:extLst>
          </p:cNvPr>
          <p:cNvSpPr txBox="1"/>
          <p:nvPr/>
        </p:nvSpPr>
        <p:spPr>
          <a:xfrm>
            <a:off x="6671418" y="1723047"/>
            <a:ext cx="898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N</a:t>
            </a:r>
          </a:p>
          <a:p>
            <a:pPr algn="ctr"/>
            <a:r>
              <a:rPr lang="en-US" sz="1200" b="1" dirty="0"/>
              <a:t>estimates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F43B6C5-F398-E1FE-1890-DF45A9DBEE85}"/>
              </a:ext>
            </a:extLst>
          </p:cNvPr>
          <p:cNvSpPr txBox="1"/>
          <p:nvPr/>
        </p:nvSpPr>
        <p:spPr>
          <a:xfrm>
            <a:off x="6677345" y="3147725"/>
            <a:ext cx="906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N</a:t>
            </a:r>
          </a:p>
          <a:p>
            <a:pPr algn="ctr"/>
            <a:r>
              <a:rPr lang="en-US" sz="1200" b="1" dirty="0"/>
              <a:t>estimates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98B8F0C9-25D7-1FC4-1477-8DE972024C12}"/>
              </a:ext>
            </a:extLst>
          </p:cNvPr>
          <p:cNvSpPr txBox="1"/>
          <p:nvPr/>
        </p:nvSpPr>
        <p:spPr>
          <a:xfrm>
            <a:off x="6670415" y="4427044"/>
            <a:ext cx="937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N</a:t>
            </a:r>
          </a:p>
          <a:p>
            <a:pPr algn="ctr"/>
            <a:r>
              <a:rPr lang="en-US" sz="1200" b="1" dirty="0"/>
              <a:t>estimates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A1FBFC9-4CD8-7AD2-24EB-E20C65648A95}"/>
              </a:ext>
            </a:extLst>
          </p:cNvPr>
          <p:cNvSpPr txBox="1"/>
          <p:nvPr/>
        </p:nvSpPr>
        <p:spPr>
          <a:xfrm>
            <a:off x="6690659" y="5773285"/>
            <a:ext cx="879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N</a:t>
            </a:r>
          </a:p>
          <a:p>
            <a:pPr algn="ctr"/>
            <a:r>
              <a:rPr lang="en-US" sz="1200" b="1" dirty="0"/>
              <a:t>estimates</a:t>
            </a:r>
            <a:br>
              <a:rPr lang="en-US" sz="1200" b="1" dirty="0"/>
            </a:br>
            <a:r>
              <a:rPr lang="en-US" sz="1200" b="1" dirty="0"/>
              <a:t>included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630D2C6F-1838-DFA7-9EB2-1DDF8610168A}"/>
              </a:ext>
            </a:extLst>
          </p:cNvPr>
          <p:cNvSpPr txBox="1"/>
          <p:nvPr/>
        </p:nvSpPr>
        <p:spPr>
          <a:xfrm>
            <a:off x="6722490" y="8226604"/>
            <a:ext cx="879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N</a:t>
            </a:r>
          </a:p>
          <a:p>
            <a:pPr algn="ctr"/>
            <a:r>
              <a:rPr lang="en-US" sz="1200" b="1" dirty="0"/>
              <a:t>surveys</a:t>
            </a:r>
            <a:br>
              <a:rPr lang="en-US" sz="1200" b="1" dirty="0"/>
            </a:br>
            <a:r>
              <a:rPr lang="en-US" sz="1200" b="1" dirty="0"/>
              <a:t>excluded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165000CC-319B-2AB9-DDC1-AF223E391282}"/>
              </a:ext>
            </a:extLst>
          </p:cNvPr>
          <p:cNvSpPr txBox="1"/>
          <p:nvPr/>
        </p:nvSpPr>
        <p:spPr>
          <a:xfrm>
            <a:off x="6681037" y="7178185"/>
            <a:ext cx="879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N</a:t>
            </a:r>
          </a:p>
          <a:p>
            <a:pPr algn="ctr"/>
            <a:r>
              <a:rPr lang="en-US" sz="1200" b="1" dirty="0"/>
              <a:t>estimate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A231678A-430F-029A-8C4A-2C92E5EE89D8}"/>
              </a:ext>
            </a:extLst>
          </p:cNvPr>
          <p:cNvSpPr txBox="1"/>
          <p:nvPr/>
        </p:nvSpPr>
        <p:spPr>
          <a:xfrm>
            <a:off x="4931302" y="9259078"/>
            <a:ext cx="2654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N surveys total included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01847A7D-164B-B5C6-CC79-EDDD1029BBC8}"/>
              </a:ext>
            </a:extLst>
          </p:cNvPr>
          <p:cNvSpPr txBox="1"/>
          <p:nvPr/>
        </p:nvSpPr>
        <p:spPr>
          <a:xfrm>
            <a:off x="249534" y="8859393"/>
            <a:ext cx="48015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Note: </a:t>
            </a:r>
          </a:p>
          <a:p>
            <a:r>
              <a:rPr lang="en-US" sz="1000" dirty="0"/>
              <a:t>At each step in the decision tree, we also considered the indicator of TB. Where reported, we first selected estimates of “bacteriologically positive TB”,</a:t>
            </a:r>
          </a:p>
          <a:p>
            <a:r>
              <a:rPr lang="en-US" sz="1000" dirty="0"/>
              <a:t>followed by “culture positive TB,”  then finally “smear positive TB.”</a:t>
            </a:r>
          </a:p>
          <a:p>
            <a:r>
              <a:rPr lang="en-US" sz="1000" dirty="0"/>
              <a:t>For each quantity, inclusion requires separate values for each strata evaluated.</a:t>
            </a:r>
          </a:p>
        </p:txBody>
      </p:sp>
    </p:spTree>
    <p:extLst>
      <p:ext uri="{BB962C8B-B14F-4D97-AF65-F5344CB8AC3E}">
        <p14:creationId xmlns:p14="http://schemas.microsoft.com/office/powerpoint/2010/main" val="2090128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652</TotalTime>
  <Words>333</Words>
  <Application>Microsoft Macintosh PowerPoint</Application>
  <PresentationFormat>Custom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MacPherson</dc:creator>
  <cp:lastModifiedBy>Swartwood, Nicole Anne</cp:lastModifiedBy>
  <cp:revision>13</cp:revision>
  <dcterms:created xsi:type="dcterms:W3CDTF">2024-09-06T14:00:09Z</dcterms:created>
  <dcterms:modified xsi:type="dcterms:W3CDTF">2025-03-06T18:38:56Z</dcterms:modified>
</cp:coreProperties>
</file>